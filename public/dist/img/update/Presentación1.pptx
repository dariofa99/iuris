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sldIdLst>
    <p:sldId id="260" r:id="rId2"/>
    <p:sldId id="262" r:id="rId3"/>
    <p:sldId id="263" r:id="rId4"/>
    <p:sldId id="264" r:id="rId5"/>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66"/>
    <a:srgbClr val="1AA513"/>
    <a:srgbClr val="EBEDEF"/>
    <a:srgbClr val="F2F3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94660"/>
  </p:normalViewPr>
  <p:slideViewPr>
    <p:cSldViewPr snapToGrid="0">
      <p:cViewPr varScale="1">
        <p:scale>
          <a:sx n="80" d="100"/>
          <a:sy n="80" d="100"/>
        </p:scale>
        <p:origin x="58" y="17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55CB44-8BF2-A307-EAC4-36C657F83FD0}"/>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8AFB9F7C-7488-6A7F-9838-775083CD2F1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3980B1D1-FCD8-E5ED-A9BC-AD26E86BA0CF}"/>
              </a:ext>
            </a:extLst>
          </p:cNvPr>
          <p:cNvSpPr>
            <a:spLocks noGrp="1"/>
          </p:cNvSpPr>
          <p:nvPr>
            <p:ph type="dt" sz="half" idx="10"/>
          </p:nvPr>
        </p:nvSpPr>
        <p:spPr/>
        <p:txBody>
          <a:bodyPr/>
          <a:lstStyle/>
          <a:p>
            <a:fld id="{F7EB7AD6-F7F4-4A3B-9140-B8481AFC5E85}" type="datetimeFigureOut">
              <a:rPr lang="es-CO" smtClean="0"/>
              <a:t>6/11/2023</a:t>
            </a:fld>
            <a:endParaRPr lang="es-CO"/>
          </a:p>
        </p:txBody>
      </p:sp>
      <p:sp>
        <p:nvSpPr>
          <p:cNvPr id="5" name="Marcador de pie de página 4">
            <a:extLst>
              <a:ext uri="{FF2B5EF4-FFF2-40B4-BE49-F238E27FC236}">
                <a16:creationId xmlns:a16="http://schemas.microsoft.com/office/drawing/2014/main" id="{CDCBB257-0E53-EEC2-8941-65D9AD20CC8D}"/>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D365E16F-3710-84FB-10BD-3462A35DCA5C}"/>
              </a:ext>
            </a:extLst>
          </p:cNvPr>
          <p:cNvSpPr>
            <a:spLocks noGrp="1"/>
          </p:cNvSpPr>
          <p:nvPr>
            <p:ph type="sldNum" sz="quarter" idx="12"/>
          </p:nvPr>
        </p:nvSpPr>
        <p:spPr/>
        <p:txBody>
          <a:bodyPr/>
          <a:lstStyle/>
          <a:p>
            <a:fld id="{A4E8064B-A88A-43E3-ABB0-0607B6330244}" type="slidenum">
              <a:rPr lang="es-CO" smtClean="0"/>
              <a:t>‹Nº›</a:t>
            </a:fld>
            <a:endParaRPr lang="es-CO"/>
          </a:p>
        </p:txBody>
      </p:sp>
    </p:spTree>
    <p:extLst>
      <p:ext uri="{BB962C8B-B14F-4D97-AF65-F5344CB8AC3E}">
        <p14:creationId xmlns:p14="http://schemas.microsoft.com/office/powerpoint/2010/main" val="304094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6AB709C-B44E-A865-36F4-77E03967B57A}"/>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A9747F8A-FCAB-5694-6C74-C967126D7D6D}"/>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55CA1BDC-B27E-70E4-24F7-5AA1B623F645}"/>
              </a:ext>
            </a:extLst>
          </p:cNvPr>
          <p:cNvSpPr>
            <a:spLocks noGrp="1"/>
          </p:cNvSpPr>
          <p:nvPr>
            <p:ph type="dt" sz="half" idx="10"/>
          </p:nvPr>
        </p:nvSpPr>
        <p:spPr/>
        <p:txBody>
          <a:bodyPr/>
          <a:lstStyle/>
          <a:p>
            <a:fld id="{F7EB7AD6-F7F4-4A3B-9140-B8481AFC5E85}" type="datetimeFigureOut">
              <a:rPr lang="es-CO" smtClean="0"/>
              <a:t>6/11/2023</a:t>
            </a:fld>
            <a:endParaRPr lang="es-CO"/>
          </a:p>
        </p:txBody>
      </p:sp>
      <p:sp>
        <p:nvSpPr>
          <p:cNvPr id="5" name="Marcador de pie de página 4">
            <a:extLst>
              <a:ext uri="{FF2B5EF4-FFF2-40B4-BE49-F238E27FC236}">
                <a16:creationId xmlns:a16="http://schemas.microsoft.com/office/drawing/2014/main" id="{4FC2A5B3-4FE8-73E9-9E8C-12D34A611C32}"/>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5D5750DF-A4B2-0FAC-B820-A6430562A5FF}"/>
              </a:ext>
            </a:extLst>
          </p:cNvPr>
          <p:cNvSpPr>
            <a:spLocks noGrp="1"/>
          </p:cNvSpPr>
          <p:nvPr>
            <p:ph type="sldNum" sz="quarter" idx="12"/>
          </p:nvPr>
        </p:nvSpPr>
        <p:spPr/>
        <p:txBody>
          <a:bodyPr/>
          <a:lstStyle/>
          <a:p>
            <a:fld id="{A4E8064B-A88A-43E3-ABB0-0607B6330244}" type="slidenum">
              <a:rPr lang="es-CO" smtClean="0"/>
              <a:t>‹Nº›</a:t>
            </a:fld>
            <a:endParaRPr lang="es-CO"/>
          </a:p>
        </p:txBody>
      </p:sp>
    </p:spTree>
    <p:extLst>
      <p:ext uri="{BB962C8B-B14F-4D97-AF65-F5344CB8AC3E}">
        <p14:creationId xmlns:p14="http://schemas.microsoft.com/office/powerpoint/2010/main" val="20971609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D489D9-E198-0FE3-D516-9E56D41BAEC3}"/>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1953CBAE-42C4-5FFF-D67D-D243E1ECCE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3070F3EE-2988-482F-917D-CDEF3D0DB8B6}"/>
              </a:ext>
            </a:extLst>
          </p:cNvPr>
          <p:cNvSpPr>
            <a:spLocks noGrp="1"/>
          </p:cNvSpPr>
          <p:nvPr>
            <p:ph type="dt" sz="half" idx="10"/>
          </p:nvPr>
        </p:nvSpPr>
        <p:spPr/>
        <p:txBody>
          <a:bodyPr/>
          <a:lstStyle/>
          <a:p>
            <a:fld id="{F7EB7AD6-F7F4-4A3B-9140-B8481AFC5E85}" type="datetimeFigureOut">
              <a:rPr lang="es-CO" smtClean="0"/>
              <a:t>6/11/2023</a:t>
            </a:fld>
            <a:endParaRPr lang="es-CO"/>
          </a:p>
        </p:txBody>
      </p:sp>
      <p:sp>
        <p:nvSpPr>
          <p:cNvPr id="5" name="Marcador de pie de página 4">
            <a:extLst>
              <a:ext uri="{FF2B5EF4-FFF2-40B4-BE49-F238E27FC236}">
                <a16:creationId xmlns:a16="http://schemas.microsoft.com/office/drawing/2014/main" id="{207B011F-C567-B676-3E73-F85453C8141A}"/>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0FB0F277-AE84-62C8-6783-1D1C72352314}"/>
              </a:ext>
            </a:extLst>
          </p:cNvPr>
          <p:cNvSpPr>
            <a:spLocks noGrp="1"/>
          </p:cNvSpPr>
          <p:nvPr>
            <p:ph type="sldNum" sz="quarter" idx="12"/>
          </p:nvPr>
        </p:nvSpPr>
        <p:spPr/>
        <p:txBody>
          <a:bodyPr/>
          <a:lstStyle/>
          <a:p>
            <a:fld id="{A4E8064B-A88A-43E3-ABB0-0607B6330244}" type="slidenum">
              <a:rPr lang="es-CO" smtClean="0"/>
              <a:t>‹Nº›</a:t>
            </a:fld>
            <a:endParaRPr lang="es-CO"/>
          </a:p>
        </p:txBody>
      </p:sp>
    </p:spTree>
    <p:extLst>
      <p:ext uri="{BB962C8B-B14F-4D97-AF65-F5344CB8AC3E}">
        <p14:creationId xmlns:p14="http://schemas.microsoft.com/office/powerpoint/2010/main" val="32416948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3FC83BC-2AB7-CDF2-F6E7-C22322288D84}"/>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558B1F9A-B866-4FBD-ADF6-94C702634BAD}"/>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F5E16FFC-BE66-92E8-2120-8BF844D7B935}"/>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DC65EB1F-6224-51F0-925B-47C7BC0F2AD8}"/>
              </a:ext>
            </a:extLst>
          </p:cNvPr>
          <p:cNvSpPr>
            <a:spLocks noGrp="1"/>
          </p:cNvSpPr>
          <p:nvPr>
            <p:ph type="dt" sz="half" idx="10"/>
          </p:nvPr>
        </p:nvSpPr>
        <p:spPr/>
        <p:txBody>
          <a:bodyPr/>
          <a:lstStyle/>
          <a:p>
            <a:fld id="{F7EB7AD6-F7F4-4A3B-9140-B8481AFC5E85}" type="datetimeFigureOut">
              <a:rPr lang="es-CO" smtClean="0"/>
              <a:t>6/11/2023</a:t>
            </a:fld>
            <a:endParaRPr lang="es-CO"/>
          </a:p>
        </p:txBody>
      </p:sp>
      <p:sp>
        <p:nvSpPr>
          <p:cNvPr id="6" name="Marcador de pie de página 5">
            <a:extLst>
              <a:ext uri="{FF2B5EF4-FFF2-40B4-BE49-F238E27FC236}">
                <a16:creationId xmlns:a16="http://schemas.microsoft.com/office/drawing/2014/main" id="{450C827D-DDC7-15DB-28F4-8F97EA71B4A2}"/>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5B3DA4C6-36A2-82CB-2348-5D36B8271127}"/>
              </a:ext>
            </a:extLst>
          </p:cNvPr>
          <p:cNvSpPr>
            <a:spLocks noGrp="1"/>
          </p:cNvSpPr>
          <p:nvPr>
            <p:ph type="sldNum" sz="quarter" idx="12"/>
          </p:nvPr>
        </p:nvSpPr>
        <p:spPr/>
        <p:txBody>
          <a:bodyPr/>
          <a:lstStyle/>
          <a:p>
            <a:fld id="{A4E8064B-A88A-43E3-ABB0-0607B6330244}" type="slidenum">
              <a:rPr lang="es-CO" smtClean="0"/>
              <a:t>‹Nº›</a:t>
            </a:fld>
            <a:endParaRPr lang="es-CO"/>
          </a:p>
        </p:txBody>
      </p:sp>
    </p:spTree>
    <p:extLst>
      <p:ext uri="{BB962C8B-B14F-4D97-AF65-F5344CB8AC3E}">
        <p14:creationId xmlns:p14="http://schemas.microsoft.com/office/powerpoint/2010/main" val="2326104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F4306B6-33AA-33A9-776D-66AE1129895B}"/>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F786F923-D0CA-4F56-6D3F-612D7623E2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34F82FEF-5C36-DBEC-F6CD-C593EEB94DBF}"/>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55AA1931-ED0A-0EE6-136C-2BDF9684CBC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FBC3AC19-3748-1592-5B9D-F42E1CCAD6B5}"/>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A56104BD-8D6E-74DE-0E61-D9043FED909F}"/>
              </a:ext>
            </a:extLst>
          </p:cNvPr>
          <p:cNvSpPr>
            <a:spLocks noGrp="1"/>
          </p:cNvSpPr>
          <p:nvPr>
            <p:ph type="dt" sz="half" idx="10"/>
          </p:nvPr>
        </p:nvSpPr>
        <p:spPr/>
        <p:txBody>
          <a:bodyPr/>
          <a:lstStyle/>
          <a:p>
            <a:fld id="{F7EB7AD6-F7F4-4A3B-9140-B8481AFC5E85}" type="datetimeFigureOut">
              <a:rPr lang="es-CO" smtClean="0"/>
              <a:t>6/11/2023</a:t>
            </a:fld>
            <a:endParaRPr lang="es-CO"/>
          </a:p>
        </p:txBody>
      </p:sp>
      <p:sp>
        <p:nvSpPr>
          <p:cNvPr id="8" name="Marcador de pie de página 7">
            <a:extLst>
              <a:ext uri="{FF2B5EF4-FFF2-40B4-BE49-F238E27FC236}">
                <a16:creationId xmlns:a16="http://schemas.microsoft.com/office/drawing/2014/main" id="{595D67D2-93E2-DF36-BC2D-49AF0D9F497F}"/>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D2670877-4880-98C3-5C89-A7607C8EB676}"/>
              </a:ext>
            </a:extLst>
          </p:cNvPr>
          <p:cNvSpPr>
            <a:spLocks noGrp="1"/>
          </p:cNvSpPr>
          <p:nvPr>
            <p:ph type="sldNum" sz="quarter" idx="12"/>
          </p:nvPr>
        </p:nvSpPr>
        <p:spPr/>
        <p:txBody>
          <a:bodyPr/>
          <a:lstStyle/>
          <a:p>
            <a:fld id="{A4E8064B-A88A-43E3-ABB0-0607B6330244}" type="slidenum">
              <a:rPr lang="es-CO" smtClean="0"/>
              <a:t>‹Nº›</a:t>
            </a:fld>
            <a:endParaRPr lang="es-CO"/>
          </a:p>
        </p:txBody>
      </p:sp>
    </p:spTree>
    <p:extLst>
      <p:ext uri="{BB962C8B-B14F-4D97-AF65-F5344CB8AC3E}">
        <p14:creationId xmlns:p14="http://schemas.microsoft.com/office/powerpoint/2010/main" val="12683967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C94FE6B-026A-42A0-70FD-546804650ABE}"/>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44F3D1BC-A565-B6AD-D70E-678C4E629308}"/>
              </a:ext>
            </a:extLst>
          </p:cNvPr>
          <p:cNvSpPr>
            <a:spLocks noGrp="1"/>
          </p:cNvSpPr>
          <p:nvPr>
            <p:ph type="dt" sz="half" idx="10"/>
          </p:nvPr>
        </p:nvSpPr>
        <p:spPr/>
        <p:txBody>
          <a:bodyPr/>
          <a:lstStyle/>
          <a:p>
            <a:fld id="{F7EB7AD6-F7F4-4A3B-9140-B8481AFC5E85}" type="datetimeFigureOut">
              <a:rPr lang="es-CO" smtClean="0"/>
              <a:t>6/11/2023</a:t>
            </a:fld>
            <a:endParaRPr lang="es-CO"/>
          </a:p>
        </p:txBody>
      </p:sp>
      <p:sp>
        <p:nvSpPr>
          <p:cNvPr id="4" name="Marcador de pie de página 3">
            <a:extLst>
              <a:ext uri="{FF2B5EF4-FFF2-40B4-BE49-F238E27FC236}">
                <a16:creationId xmlns:a16="http://schemas.microsoft.com/office/drawing/2014/main" id="{45D9D63D-BB24-2C47-6728-BB81A0106589}"/>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F7749E4B-A8BB-96C1-F06F-73178D935C24}"/>
              </a:ext>
            </a:extLst>
          </p:cNvPr>
          <p:cNvSpPr>
            <a:spLocks noGrp="1"/>
          </p:cNvSpPr>
          <p:nvPr>
            <p:ph type="sldNum" sz="quarter" idx="12"/>
          </p:nvPr>
        </p:nvSpPr>
        <p:spPr/>
        <p:txBody>
          <a:bodyPr/>
          <a:lstStyle/>
          <a:p>
            <a:fld id="{A4E8064B-A88A-43E3-ABB0-0607B6330244}" type="slidenum">
              <a:rPr lang="es-CO" smtClean="0"/>
              <a:t>‹Nº›</a:t>
            </a:fld>
            <a:endParaRPr lang="es-CO"/>
          </a:p>
        </p:txBody>
      </p:sp>
    </p:spTree>
    <p:extLst>
      <p:ext uri="{BB962C8B-B14F-4D97-AF65-F5344CB8AC3E}">
        <p14:creationId xmlns:p14="http://schemas.microsoft.com/office/powerpoint/2010/main" val="35481968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907F7F80-FDF1-0DBF-D081-CEE9675886CB}"/>
              </a:ext>
            </a:extLst>
          </p:cNvPr>
          <p:cNvSpPr>
            <a:spLocks noGrp="1"/>
          </p:cNvSpPr>
          <p:nvPr>
            <p:ph type="dt" sz="half" idx="10"/>
          </p:nvPr>
        </p:nvSpPr>
        <p:spPr/>
        <p:txBody>
          <a:bodyPr/>
          <a:lstStyle/>
          <a:p>
            <a:fld id="{F7EB7AD6-F7F4-4A3B-9140-B8481AFC5E85}" type="datetimeFigureOut">
              <a:rPr lang="es-CO" smtClean="0"/>
              <a:t>6/11/2023</a:t>
            </a:fld>
            <a:endParaRPr lang="es-CO"/>
          </a:p>
        </p:txBody>
      </p:sp>
      <p:sp>
        <p:nvSpPr>
          <p:cNvPr id="3" name="Marcador de pie de página 2">
            <a:extLst>
              <a:ext uri="{FF2B5EF4-FFF2-40B4-BE49-F238E27FC236}">
                <a16:creationId xmlns:a16="http://schemas.microsoft.com/office/drawing/2014/main" id="{B9F6234A-FBAD-2BF5-B3E3-84EA05CFDA93}"/>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26A7CF68-FAE3-D9DA-9155-516577329AD3}"/>
              </a:ext>
            </a:extLst>
          </p:cNvPr>
          <p:cNvSpPr>
            <a:spLocks noGrp="1"/>
          </p:cNvSpPr>
          <p:nvPr>
            <p:ph type="sldNum" sz="quarter" idx="12"/>
          </p:nvPr>
        </p:nvSpPr>
        <p:spPr/>
        <p:txBody>
          <a:bodyPr/>
          <a:lstStyle/>
          <a:p>
            <a:fld id="{A4E8064B-A88A-43E3-ABB0-0607B6330244}" type="slidenum">
              <a:rPr lang="es-CO" smtClean="0"/>
              <a:t>‹Nº›</a:t>
            </a:fld>
            <a:endParaRPr lang="es-CO"/>
          </a:p>
        </p:txBody>
      </p:sp>
    </p:spTree>
    <p:extLst>
      <p:ext uri="{BB962C8B-B14F-4D97-AF65-F5344CB8AC3E}">
        <p14:creationId xmlns:p14="http://schemas.microsoft.com/office/powerpoint/2010/main" val="6282996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75C14D3-2E24-D3DC-2F72-B2DDE5716673}"/>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DCF40B0D-8553-3632-2603-48A2A00A009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C0F357C5-0786-BAB4-E727-1C55C275036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A8DD5DE6-63CA-FAA6-FD8D-C413C3346E76}"/>
              </a:ext>
            </a:extLst>
          </p:cNvPr>
          <p:cNvSpPr>
            <a:spLocks noGrp="1"/>
          </p:cNvSpPr>
          <p:nvPr>
            <p:ph type="dt" sz="half" idx="10"/>
          </p:nvPr>
        </p:nvSpPr>
        <p:spPr/>
        <p:txBody>
          <a:bodyPr/>
          <a:lstStyle/>
          <a:p>
            <a:fld id="{F7EB7AD6-F7F4-4A3B-9140-B8481AFC5E85}" type="datetimeFigureOut">
              <a:rPr lang="es-CO" smtClean="0"/>
              <a:t>6/11/2023</a:t>
            </a:fld>
            <a:endParaRPr lang="es-CO"/>
          </a:p>
        </p:txBody>
      </p:sp>
      <p:sp>
        <p:nvSpPr>
          <p:cNvPr id="6" name="Marcador de pie de página 5">
            <a:extLst>
              <a:ext uri="{FF2B5EF4-FFF2-40B4-BE49-F238E27FC236}">
                <a16:creationId xmlns:a16="http://schemas.microsoft.com/office/drawing/2014/main" id="{0C547807-D951-8B09-3069-C96FBE86B0D2}"/>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87D76CF1-EBF5-BD3F-1364-884E1E90A226}"/>
              </a:ext>
            </a:extLst>
          </p:cNvPr>
          <p:cNvSpPr>
            <a:spLocks noGrp="1"/>
          </p:cNvSpPr>
          <p:nvPr>
            <p:ph type="sldNum" sz="quarter" idx="12"/>
          </p:nvPr>
        </p:nvSpPr>
        <p:spPr/>
        <p:txBody>
          <a:bodyPr/>
          <a:lstStyle/>
          <a:p>
            <a:fld id="{A4E8064B-A88A-43E3-ABB0-0607B6330244}" type="slidenum">
              <a:rPr lang="es-CO" smtClean="0"/>
              <a:t>‹Nº›</a:t>
            </a:fld>
            <a:endParaRPr lang="es-CO"/>
          </a:p>
        </p:txBody>
      </p:sp>
    </p:spTree>
    <p:extLst>
      <p:ext uri="{BB962C8B-B14F-4D97-AF65-F5344CB8AC3E}">
        <p14:creationId xmlns:p14="http://schemas.microsoft.com/office/powerpoint/2010/main" val="36640574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C110ED-43E3-FE15-4629-BD2B7422FADF}"/>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36C9C620-FD8F-0644-0772-54897B2CC73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FE9C15C0-0485-947C-47CC-B3B9E36EE4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A4F39ED6-2929-0374-3430-AF1C07EB22F2}"/>
              </a:ext>
            </a:extLst>
          </p:cNvPr>
          <p:cNvSpPr>
            <a:spLocks noGrp="1"/>
          </p:cNvSpPr>
          <p:nvPr>
            <p:ph type="dt" sz="half" idx="10"/>
          </p:nvPr>
        </p:nvSpPr>
        <p:spPr/>
        <p:txBody>
          <a:bodyPr/>
          <a:lstStyle/>
          <a:p>
            <a:fld id="{F7EB7AD6-F7F4-4A3B-9140-B8481AFC5E85}" type="datetimeFigureOut">
              <a:rPr lang="es-CO" smtClean="0"/>
              <a:t>6/11/2023</a:t>
            </a:fld>
            <a:endParaRPr lang="es-CO"/>
          </a:p>
        </p:txBody>
      </p:sp>
      <p:sp>
        <p:nvSpPr>
          <p:cNvPr id="6" name="Marcador de pie de página 5">
            <a:extLst>
              <a:ext uri="{FF2B5EF4-FFF2-40B4-BE49-F238E27FC236}">
                <a16:creationId xmlns:a16="http://schemas.microsoft.com/office/drawing/2014/main" id="{7993C96A-A8AC-9F15-84BD-9C9FC478018E}"/>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C9447AD9-DDD6-1FE6-69DD-7E669AF9E298}"/>
              </a:ext>
            </a:extLst>
          </p:cNvPr>
          <p:cNvSpPr>
            <a:spLocks noGrp="1"/>
          </p:cNvSpPr>
          <p:nvPr>
            <p:ph type="sldNum" sz="quarter" idx="12"/>
          </p:nvPr>
        </p:nvSpPr>
        <p:spPr/>
        <p:txBody>
          <a:bodyPr/>
          <a:lstStyle/>
          <a:p>
            <a:fld id="{A4E8064B-A88A-43E3-ABB0-0607B6330244}" type="slidenum">
              <a:rPr lang="es-CO" smtClean="0"/>
              <a:t>‹Nº›</a:t>
            </a:fld>
            <a:endParaRPr lang="es-CO"/>
          </a:p>
        </p:txBody>
      </p:sp>
    </p:spTree>
    <p:extLst>
      <p:ext uri="{BB962C8B-B14F-4D97-AF65-F5344CB8AC3E}">
        <p14:creationId xmlns:p14="http://schemas.microsoft.com/office/powerpoint/2010/main" val="3828537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19B99B6-61B3-239D-01A0-98B5D1D9F2AB}"/>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15853849-0C92-D374-0A1B-806FF023CE26}"/>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84F4F24C-F707-6760-59DC-0D7B77C1A556}"/>
              </a:ext>
            </a:extLst>
          </p:cNvPr>
          <p:cNvSpPr>
            <a:spLocks noGrp="1"/>
          </p:cNvSpPr>
          <p:nvPr>
            <p:ph type="dt" sz="half" idx="10"/>
          </p:nvPr>
        </p:nvSpPr>
        <p:spPr/>
        <p:txBody>
          <a:bodyPr/>
          <a:lstStyle/>
          <a:p>
            <a:fld id="{F7EB7AD6-F7F4-4A3B-9140-B8481AFC5E85}" type="datetimeFigureOut">
              <a:rPr lang="es-CO" smtClean="0"/>
              <a:t>6/11/2023</a:t>
            </a:fld>
            <a:endParaRPr lang="es-CO"/>
          </a:p>
        </p:txBody>
      </p:sp>
      <p:sp>
        <p:nvSpPr>
          <p:cNvPr id="5" name="Marcador de pie de página 4">
            <a:extLst>
              <a:ext uri="{FF2B5EF4-FFF2-40B4-BE49-F238E27FC236}">
                <a16:creationId xmlns:a16="http://schemas.microsoft.com/office/drawing/2014/main" id="{9BC47381-4E9A-15AD-84BF-FA78AE99F775}"/>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9FBC33FB-9FE6-31EC-52EE-07603EB83F0D}"/>
              </a:ext>
            </a:extLst>
          </p:cNvPr>
          <p:cNvSpPr>
            <a:spLocks noGrp="1"/>
          </p:cNvSpPr>
          <p:nvPr>
            <p:ph type="sldNum" sz="quarter" idx="12"/>
          </p:nvPr>
        </p:nvSpPr>
        <p:spPr/>
        <p:txBody>
          <a:bodyPr/>
          <a:lstStyle/>
          <a:p>
            <a:fld id="{A4E8064B-A88A-43E3-ABB0-0607B6330244}" type="slidenum">
              <a:rPr lang="es-CO" smtClean="0"/>
              <a:t>‹Nº›</a:t>
            </a:fld>
            <a:endParaRPr lang="es-CO"/>
          </a:p>
        </p:txBody>
      </p:sp>
    </p:spTree>
    <p:extLst>
      <p:ext uri="{BB962C8B-B14F-4D97-AF65-F5344CB8AC3E}">
        <p14:creationId xmlns:p14="http://schemas.microsoft.com/office/powerpoint/2010/main" val="12392033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A9047D83-E089-45A9-A75B-7DC0EFA1F1FE}"/>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C503AA75-2D2C-E99E-9EE9-D9EA399EAC26}"/>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19402393-37C0-C0DD-5274-3418894A77DA}"/>
              </a:ext>
            </a:extLst>
          </p:cNvPr>
          <p:cNvSpPr>
            <a:spLocks noGrp="1"/>
          </p:cNvSpPr>
          <p:nvPr>
            <p:ph type="dt" sz="half" idx="10"/>
          </p:nvPr>
        </p:nvSpPr>
        <p:spPr/>
        <p:txBody>
          <a:bodyPr/>
          <a:lstStyle/>
          <a:p>
            <a:fld id="{F7EB7AD6-F7F4-4A3B-9140-B8481AFC5E85}" type="datetimeFigureOut">
              <a:rPr lang="es-CO" smtClean="0"/>
              <a:t>6/11/2023</a:t>
            </a:fld>
            <a:endParaRPr lang="es-CO"/>
          </a:p>
        </p:txBody>
      </p:sp>
      <p:sp>
        <p:nvSpPr>
          <p:cNvPr id="5" name="Marcador de pie de página 4">
            <a:extLst>
              <a:ext uri="{FF2B5EF4-FFF2-40B4-BE49-F238E27FC236}">
                <a16:creationId xmlns:a16="http://schemas.microsoft.com/office/drawing/2014/main" id="{17C41E3B-1E1E-A82F-EA08-972C732EE7D2}"/>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95BF301D-046C-240E-89B1-7E66495C247D}"/>
              </a:ext>
            </a:extLst>
          </p:cNvPr>
          <p:cNvSpPr>
            <a:spLocks noGrp="1"/>
          </p:cNvSpPr>
          <p:nvPr>
            <p:ph type="sldNum" sz="quarter" idx="12"/>
          </p:nvPr>
        </p:nvSpPr>
        <p:spPr/>
        <p:txBody>
          <a:bodyPr/>
          <a:lstStyle/>
          <a:p>
            <a:fld id="{A4E8064B-A88A-43E3-ABB0-0607B6330244}" type="slidenum">
              <a:rPr lang="es-CO" smtClean="0"/>
              <a:t>‹Nº›</a:t>
            </a:fld>
            <a:endParaRPr lang="es-CO"/>
          </a:p>
        </p:txBody>
      </p:sp>
    </p:spTree>
    <p:extLst>
      <p:ext uri="{BB962C8B-B14F-4D97-AF65-F5344CB8AC3E}">
        <p14:creationId xmlns:p14="http://schemas.microsoft.com/office/powerpoint/2010/main" val="17812886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2E1767F5-7B90-450E-CFDE-CDC1EDF50B8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4FFA260C-432A-5E26-7F95-2433870E432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5CA01C7C-8F47-ED11-D27D-28FA7A88AA5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7EB7AD6-F7F4-4A3B-9140-B8481AFC5E85}" type="datetimeFigureOut">
              <a:rPr lang="es-CO" smtClean="0"/>
              <a:t>6/11/2023</a:t>
            </a:fld>
            <a:endParaRPr lang="es-CO"/>
          </a:p>
        </p:txBody>
      </p:sp>
      <p:sp>
        <p:nvSpPr>
          <p:cNvPr id="5" name="Marcador de pie de página 4">
            <a:extLst>
              <a:ext uri="{FF2B5EF4-FFF2-40B4-BE49-F238E27FC236}">
                <a16:creationId xmlns:a16="http://schemas.microsoft.com/office/drawing/2014/main" id="{8F61BA5B-37CA-74A7-8EED-2EF86245E1E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B3DD81E8-2AC5-134F-ADB3-076FA17AC44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4E8064B-A88A-43E3-ABB0-0607B6330244}" type="slidenum">
              <a:rPr lang="es-CO" smtClean="0"/>
              <a:t>‹Nº›</a:t>
            </a:fld>
            <a:endParaRPr lang="es-CO"/>
          </a:p>
        </p:txBody>
      </p:sp>
    </p:spTree>
    <p:extLst>
      <p:ext uri="{BB962C8B-B14F-4D97-AF65-F5344CB8AC3E}">
        <p14:creationId xmlns:p14="http://schemas.microsoft.com/office/powerpoint/2010/main" val="3587912935"/>
      </p:ext>
    </p:extLst>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logo">
            <a:extLst>
              <a:ext uri="{FF2B5EF4-FFF2-40B4-BE49-F238E27FC236}">
                <a16:creationId xmlns:a16="http://schemas.microsoft.com/office/drawing/2014/main" id="{CB7069CB-A915-E9BA-0362-5B26956151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65519" y="3350269"/>
            <a:ext cx="3426481" cy="3473976"/>
          </a:xfrm>
          <a:prstGeom prst="rect">
            <a:avLst/>
          </a:prstGeom>
        </p:spPr>
      </p:pic>
      <p:sp>
        <p:nvSpPr>
          <p:cNvPr id="17" name="Rectángulo 16">
            <a:extLst>
              <a:ext uri="{FF2B5EF4-FFF2-40B4-BE49-F238E27FC236}">
                <a16:creationId xmlns:a16="http://schemas.microsoft.com/office/drawing/2014/main" id="{A8B8087A-F01D-7BF2-7B9B-803D42A31868}"/>
              </a:ext>
            </a:extLst>
          </p:cNvPr>
          <p:cNvSpPr/>
          <p:nvPr/>
        </p:nvSpPr>
        <p:spPr>
          <a:xfrm>
            <a:off x="0" y="0"/>
            <a:ext cx="12192000" cy="685800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ln>
                <a:solidFill>
                  <a:schemeClr val="accent1"/>
                </a:solidFill>
              </a:ln>
            </a:endParaRPr>
          </a:p>
        </p:txBody>
      </p:sp>
      <p:sp>
        <p:nvSpPr>
          <p:cNvPr id="2" name="CuadroTexto 1">
            <a:extLst>
              <a:ext uri="{FF2B5EF4-FFF2-40B4-BE49-F238E27FC236}">
                <a16:creationId xmlns:a16="http://schemas.microsoft.com/office/drawing/2014/main" id="{4BE15536-8584-618A-A38B-56A2C9028692}"/>
              </a:ext>
            </a:extLst>
          </p:cNvPr>
          <p:cNvSpPr txBox="1"/>
          <p:nvPr/>
        </p:nvSpPr>
        <p:spPr>
          <a:xfrm>
            <a:off x="318426" y="445008"/>
            <a:ext cx="11268635" cy="6494085"/>
          </a:xfrm>
          <a:prstGeom prst="rect">
            <a:avLst/>
          </a:prstGeom>
          <a:noFill/>
        </p:spPr>
        <p:txBody>
          <a:bodyPr wrap="square" rtlCol="0">
            <a:spAutoFit/>
          </a:bodyPr>
          <a:lstStyle/>
          <a:p>
            <a:pPr algn="ctr"/>
            <a:r>
              <a:rPr lang="es-MX" sz="3600" dirty="0">
                <a:solidFill>
                  <a:schemeClr val="bg1"/>
                </a:solidFill>
              </a:rPr>
              <a:t>Ahora IURIS le permite pausar los expedientes!</a:t>
            </a:r>
          </a:p>
          <a:p>
            <a:endParaRPr lang="es-MX" sz="3600" dirty="0">
              <a:solidFill>
                <a:schemeClr val="bg1"/>
              </a:solidFill>
            </a:endParaRPr>
          </a:p>
          <a:p>
            <a:pPr algn="just"/>
            <a:r>
              <a:rPr lang="es-MX" sz="3600" dirty="0">
                <a:solidFill>
                  <a:schemeClr val="bg1"/>
                </a:solidFill>
              </a:rPr>
              <a:t>Esta funcionalidad pone en pausa el tiempo de evaluación de actuaciones en aquellos expedientes abiertos que no tendrán actuaciones en un lapso determinado de tiempo.</a:t>
            </a:r>
          </a:p>
          <a:p>
            <a:endParaRPr lang="es-MX" sz="3600" dirty="0"/>
          </a:p>
          <a:p>
            <a:endParaRPr lang="es-MX" sz="3600" dirty="0"/>
          </a:p>
          <a:p>
            <a:endParaRPr lang="es-MX" sz="3600" dirty="0"/>
          </a:p>
          <a:p>
            <a:endParaRPr lang="es-MX" sz="3600" dirty="0"/>
          </a:p>
          <a:p>
            <a:endParaRPr lang="es-MX" sz="3600" dirty="0"/>
          </a:p>
          <a:p>
            <a:endParaRPr lang="es-MX" sz="3600" dirty="0"/>
          </a:p>
          <a:p>
            <a:r>
              <a:rPr lang="es-CO" sz="2000" dirty="0" err="1">
                <a:solidFill>
                  <a:schemeClr val="bg1"/>
                </a:solidFill>
              </a:rPr>
              <a:t>Amatai</a:t>
            </a:r>
            <a:r>
              <a:rPr lang="es-CO" sz="2000" dirty="0">
                <a:solidFill>
                  <a:schemeClr val="bg1"/>
                </a:solidFill>
              </a:rPr>
              <a:t> SAS</a:t>
            </a:r>
          </a:p>
        </p:txBody>
      </p:sp>
    </p:spTree>
    <p:extLst>
      <p:ext uri="{BB962C8B-B14F-4D97-AF65-F5344CB8AC3E}">
        <p14:creationId xmlns:p14="http://schemas.microsoft.com/office/powerpoint/2010/main" val="12622441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logo">
            <a:extLst>
              <a:ext uri="{FF2B5EF4-FFF2-40B4-BE49-F238E27FC236}">
                <a16:creationId xmlns:a16="http://schemas.microsoft.com/office/drawing/2014/main" id="{CB7069CB-A915-E9BA-0362-5B26956151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65519" y="3350269"/>
            <a:ext cx="3426481" cy="3473976"/>
          </a:xfrm>
          <a:prstGeom prst="rect">
            <a:avLst/>
          </a:prstGeom>
        </p:spPr>
      </p:pic>
      <p:sp>
        <p:nvSpPr>
          <p:cNvPr id="17" name="Rectángulo 16">
            <a:extLst>
              <a:ext uri="{FF2B5EF4-FFF2-40B4-BE49-F238E27FC236}">
                <a16:creationId xmlns:a16="http://schemas.microsoft.com/office/drawing/2014/main" id="{A8B8087A-F01D-7BF2-7B9B-803D42A31868}"/>
              </a:ext>
            </a:extLst>
          </p:cNvPr>
          <p:cNvSpPr/>
          <p:nvPr/>
        </p:nvSpPr>
        <p:spPr>
          <a:xfrm>
            <a:off x="0" y="0"/>
            <a:ext cx="12192000" cy="685800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ln>
                <a:solidFill>
                  <a:schemeClr val="accent1"/>
                </a:solidFill>
              </a:ln>
            </a:endParaRPr>
          </a:p>
        </p:txBody>
      </p:sp>
      <p:sp>
        <p:nvSpPr>
          <p:cNvPr id="2" name="CuadroTexto 1">
            <a:extLst>
              <a:ext uri="{FF2B5EF4-FFF2-40B4-BE49-F238E27FC236}">
                <a16:creationId xmlns:a16="http://schemas.microsoft.com/office/drawing/2014/main" id="{4BE15536-8584-618A-A38B-56A2C9028692}"/>
              </a:ext>
            </a:extLst>
          </p:cNvPr>
          <p:cNvSpPr txBox="1"/>
          <p:nvPr/>
        </p:nvSpPr>
        <p:spPr>
          <a:xfrm>
            <a:off x="318426" y="445008"/>
            <a:ext cx="11268635" cy="6494085"/>
          </a:xfrm>
          <a:prstGeom prst="rect">
            <a:avLst/>
          </a:prstGeom>
          <a:noFill/>
        </p:spPr>
        <p:txBody>
          <a:bodyPr wrap="square" rtlCol="0">
            <a:spAutoFit/>
          </a:bodyPr>
          <a:lstStyle/>
          <a:p>
            <a:pPr algn="ctr"/>
            <a:endParaRPr lang="es-MX" sz="3600" dirty="0">
              <a:solidFill>
                <a:schemeClr val="bg1"/>
              </a:solidFill>
            </a:endParaRPr>
          </a:p>
          <a:p>
            <a:pPr algn="ctr"/>
            <a:r>
              <a:rPr lang="es-MX" sz="3600" dirty="0">
                <a:solidFill>
                  <a:schemeClr val="bg1"/>
                </a:solidFill>
              </a:rPr>
              <a:t>En datos del caso de clic en el botón </a:t>
            </a:r>
            <a:r>
              <a:rPr lang="es-MX" sz="3600" b="1" i="1" dirty="0">
                <a:solidFill>
                  <a:schemeClr val="bg1"/>
                </a:solidFill>
              </a:rPr>
              <a:t>Activar pausa</a:t>
            </a:r>
          </a:p>
          <a:p>
            <a:pPr algn="ctr"/>
            <a:endParaRPr lang="es-MX" sz="3600" dirty="0">
              <a:solidFill>
                <a:schemeClr val="bg1"/>
              </a:solidFill>
            </a:endParaRPr>
          </a:p>
          <a:p>
            <a:pPr algn="ctr"/>
            <a:endParaRPr lang="es-MX" sz="3600" dirty="0">
              <a:solidFill>
                <a:schemeClr val="bg1"/>
              </a:solidFill>
            </a:endParaRPr>
          </a:p>
          <a:p>
            <a:pPr algn="ctr"/>
            <a:endParaRPr lang="es-MX" sz="3600" dirty="0">
              <a:solidFill>
                <a:schemeClr val="bg1"/>
              </a:solidFill>
            </a:endParaRPr>
          </a:p>
          <a:p>
            <a:pPr algn="ctr"/>
            <a:endParaRPr lang="es-MX" sz="3600" dirty="0">
              <a:solidFill>
                <a:schemeClr val="bg1"/>
              </a:solidFill>
            </a:endParaRPr>
          </a:p>
          <a:p>
            <a:pPr algn="ctr"/>
            <a:endParaRPr lang="es-MX" sz="3600" dirty="0">
              <a:solidFill>
                <a:schemeClr val="bg1"/>
              </a:solidFill>
            </a:endParaRPr>
          </a:p>
          <a:p>
            <a:pPr algn="ctr"/>
            <a:endParaRPr lang="es-MX" sz="3600" dirty="0">
              <a:solidFill>
                <a:schemeClr val="bg1"/>
              </a:solidFill>
            </a:endParaRPr>
          </a:p>
          <a:p>
            <a:pPr algn="ctr"/>
            <a:endParaRPr lang="es-MX" sz="3600" dirty="0">
              <a:solidFill>
                <a:schemeClr val="bg1"/>
              </a:solidFill>
            </a:endParaRPr>
          </a:p>
          <a:p>
            <a:pPr algn="ctr"/>
            <a:endParaRPr lang="es-MX" sz="3600" dirty="0">
              <a:solidFill>
                <a:schemeClr val="bg1"/>
              </a:solidFill>
            </a:endParaRPr>
          </a:p>
          <a:p>
            <a:pPr algn="ctr"/>
            <a:endParaRPr lang="es-MX" sz="3600" dirty="0">
              <a:solidFill>
                <a:schemeClr val="bg1"/>
              </a:solidFill>
            </a:endParaRPr>
          </a:p>
          <a:p>
            <a:r>
              <a:rPr lang="es-CO" sz="2000" dirty="0" err="1">
                <a:solidFill>
                  <a:schemeClr val="bg1"/>
                </a:solidFill>
              </a:rPr>
              <a:t>Amatai</a:t>
            </a:r>
            <a:r>
              <a:rPr lang="es-CO" sz="2000" dirty="0">
                <a:solidFill>
                  <a:schemeClr val="bg1"/>
                </a:solidFill>
              </a:rPr>
              <a:t> SAS</a:t>
            </a:r>
          </a:p>
        </p:txBody>
      </p:sp>
      <p:pic>
        <p:nvPicPr>
          <p:cNvPr id="7" name="Imagen 6">
            <a:extLst>
              <a:ext uri="{FF2B5EF4-FFF2-40B4-BE49-F238E27FC236}">
                <a16:creationId xmlns:a16="http://schemas.microsoft.com/office/drawing/2014/main" id="{E9C08275-B4A9-94FA-F586-5B0152AAB435}"/>
              </a:ext>
            </a:extLst>
          </p:cNvPr>
          <p:cNvPicPr>
            <a:picLocks noChangeAspect="1"/>
          </p:cNvPicPr>
          <p:nvPr/>
        </p:nvPicPr>
        <p:blipFill rotWithShape="1">
          <a:blip r:embed="rId3"/>
          <a:srcRect l="10381" r="1483" b="49549"/>
          <a:stretch/>
        </p:blipFill>
        <p:spPr>
          <a:xfrm>
            <a:off x="63060" y="2711668"/>
            <a:ext cx="11587062" cy="1849821"/>
          </a:xfrm>
          <a:prstGeom prst="rect">
            <a:avLst/>
          </a:prstGeom>
        </p:spPr>
      </p:pic>
      <p:pic>
        <p:nvPicPr>
          <p:cNvPr id="5" name="Imagen 4">
            <a:extLst>
              <a:ext uri="{FF2B5EF4-FFF2-40B4-BE49-F238E27FC236}">
                <a16:creationId xmlns:a16="http://schemas.microsoft.com/office/drawing/2014/main" id="{793CB3B7-61F0-D521-1BAA-43ADC1F8662B}"/>
              </a:ext>
            </a:extLst>
          </p:cNvPr>
          <p:cNvPicPr>
            <a:picLocks noChangeAspect="1"/>
          </p:cNvPicPr>
          <p:nvPr/>
        </p:nvPicPr>
        <p:blipFill rotWithShape="1">
          <a:blip r:embed="rId4"/>
          <a:srcRect l="2045" t="16984" r="38527" b="39150"/>
          <a:stretch/>
        </p:blipFill>
        <p:spPr>
          <a:xfrm>
            <a:off x="8673366" y="3658816"/>
            <a:ext cx="2123090" cy="606027"/>
          </a:xfrm>
          <a:prstGeom prst="rect">
            <a:avLst/>
          </a:prstGeom>
        </p:spPr>
      </p:pic>
      <p:pic>
        <p:nvPicPr>
          <p:cNvPr id="8" name="Gráfico 7" descr="Lupa">
            <a:extLst>
              <a:ext uri="{FF2B5EF4-FFF2-40B4-BE49-F238E27FC236}">
                <a16:creationId xmlns:a16="http://schemas.microsoft.com/office/drawing/2014/main" id="{70287BDA-E56B-9DF6-26A8-A0F53C4766DE}"/>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rot="5181362">
            <a:off x="7301528" y="2313798"/>
            <a:ext cx="4092798" cy="4018677"/>
          </a:xfrm>
          <a:prstGeom prst="rect">
            <a:avLst/>
          </a:prstGeom>
        </p:spPr>
      </p:pic>
      <p:sp>
        <p:nvSpPr>
          <p:cNvPr id="9" name="Rectángulo 8">
            <a:extLst>
              <a:ext uri="{FF2B5EF4-FFF2-40B4-BE49-F238E27FC236}">
                <a16:creationId xmlns:a16="http://schemas.microsoft.com/office/drawing/2014/main" id="{19CE3575-09A8-0984-60D0-CDEE01EEEB27}"/>
              </a:ext>
            </a:extLst>
          </p:cNvPr>
          <p:cNvSpPr/>
          <p:nvPr/>
        </p:nvSpPr>
        <p:spPr>
          <a:xfrm>
            <a:off x="63060" y="3741683"/>
            <a:ext cx="8271643" cy="819806"/>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s-CO"/>
          </a:p>
        </p:txBody>
      </p:sp>
    </p:spTree>
    <p:extLst>
      <p:ext uri="{BB962C8B-B14F-4D97-AF65-F5344CB8AC3E}">
        <p14:creationId xmlns:p14="http://schemas.microsoft.com/office/powerpoint/2010/main" val="57333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logo">
            <a:extLst>
              <a:ext uri="{FF2B5EF4-FFF2-40B4-BE49-F238E27FC236}">
                <a16:creationId xmlns:a16="http://schemas.microsoft.com/office/drawing/2014/main" id="{CB7069CB-A915-E9BA-0362-5B26956151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65519" y="3350269"/>
            <a:ext cx="3426481" cy="3473976"/>
          </a:xfrm>
          <a:prstGeom prst="rect">
            <a:avLst/>
          </a:prstGeom>
        </p:spPr>
      </p:pic>
      <p:sp>
        <p:nvSpPr>
          <p:cNvPr id="17" name="Rectángulo 16">
            <a:extLst>
              <a:ext uri="{FF2B5EF4-FFF2-40B4-BE49-F238E27FC236}">
                <a16:creationId xmlns:a16="http://schemas.microsoft.com/office/drawing/2014/main" id="{A8B8087A-F01D-7BF2-7B9B-803D42A31868}"/>
              </a:ext>
            </a:extLst>
          </p:cNvPr>
          <p:cNvSpPr/>
          <p:nvPr/>
        </p:nvSpPr>
        <p:spPr>
          <a:xfrm>
            <a:off x="0" y="0"/>
            <a:ext cx="12192000" cy="685800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ln>
                <a:solidFill>
                  <a:schemeClr val="accent1"/>
                </a:solidFill>
              </a:ln>
            </a:endParaRPr>
          </a:p>
        </p:txBody>
      </p:sp>
      <p:sp>
        <p:nvSpPr>
          <p:cNvPr id="2" name="CuadroTexto 1">
            <a:extLst>
              <a:ext uri="{FF2B5EF4-FFF2-40B4-BE49-F238E27FC236}">
                <a16:creationId xmlns:a16="http://schemas.microsoft.com/office/drawing/2014/main" id="{4BE15536-8584-618A-A38B-56A2C9028692}"/>
              </a:ext>
            </a:extLst>
          </p:cNvPr>
          <p:cNvSpPr txBox="1"/>
          <p:nvPr/>
        </p:nvSpPr>
        <p:spPr>
          <a:xfrm>
            <a:off x="318426" y="445008"/>
            <a:ext cx="11268635" cy="6494085"/>
          </a:xfrm>
          <a:prstGeom prst="rect">
            <a:avLst/>
          </a:prstGeom>
          <a:noFill/>
        </p:spPr>
        <p:txBody>
          <a:bodyPr wrap="square" rtlCol="0">
            <a:spAutoFit/>
          </a:bodyPr>
          <a:lstStyle/>
          <a:p>
            <a:pPr algn="ctr"/>
            <a:endParaRPr lang="es-MX" sz="3600" dirty="0">
              <a:solidFill>
                <a:schemeClr val="bg1"/>
              </a:solidFill>
            </a:endParaRPr>
          </a:p>
          <a:p>
            <a:pPr algn="ctr"/>
            <a:r>
              <a:rPr lang="es-MX" sz="3600" dirty="0">
                <a:solidFill>
                  <a:schemeClr val="bg1"/>
                </a:solidFill>
              </a:rPr>
              <a:t>Seleccione la fecha hasta cuando el expediente estará en pausa y de clic en </a:t>
            </a:r>
            <a:r>
              <a:rPr lang="es-MX" sz="3600" b="1" i="1" dirty="0">
                <a:solidFill>
                  <a:schemeClr val="bg1"/>
                </a:solidFill>
              </a:rPr>
              <a:t>Crear</a:t>
            </a:r>
          </a:p>
          <a:p>
            <a:endParaRPr lang="es-MX" sz="3600" dirty="0">
              <a:solidFill>
                <a:schemeClr val="bg1"/>
              </a:solidFill>
            </a:endParaRPr>
          </a:p>
          <a:p>
            <a:endParaRPr lang="es-MX" sz="3600" dirty="0">
              <a:solidFill>
                <a:schemeClr val="bg1"/>
              </a:solidFill>
            </a:endParaRPr>
          </a:p>
          <a:p>
            <a:endParaRPr lang="es-MX" sz="3600" dirty="0">
              <a:solidFill>
                <a:schemeClr val="bg1"/>
              </a:solidFill>
            </a:endParaRPr>
          </a:p>
          <a:p>
            <a:endParaRPr lang="es-MX" sz="3600" dirty="0">
              <a:solidFill>
                <a:schemeClr val="bg1"/>
              </a:solidFill>
            </a:endParaRPr>
          </a:p>
          <a:p>
            <a:endParaRPr lang="es-MX" sz="3600" dirty="0">
              <a:solidFill>
                <a:schemeClr val="bg1"/>
              </a:solidFill>
            </a:endParaRPr>
          </a:p>
          <a:p>
            <a:endParaRPr lang="es-MX" sz="3600" dirty="0">
              <a:solidFill>
                <a:schemeClr val="bg1"/>
              </a:solidFill>
            </a:endParaRPr>
          </a:p>
          <a:p>
            <a:endParaRPr lang="es-MX" sz="3600" dirty="0">
              <a:solidFill>
                <a:schemeClr val="bg1"/>
              </a:solidFill>
            </a:endParaRPr>
          </a:p>
          <a:p>
            <a:endParaRPr lang="es-MX" sz="3600" dirty="0">
              <a:solidFill>
                <a:schemeClr val="bg1"/>
              </a:solidFill>
            </a:endParaRPr>
          </a:p>
          <a:p>
            <a:r>
              <a:rPr lang="es-CO" sz="2000" dirty="0" err="1">
                <a:solidFill>
                  <a:schemeClr val="bg1"/>
                </a:solidFill>
              </a:rPr>
              <a:t>Amatai</a:t>
            </a:r>
            <a:r>
              <a:rPr lang="es-CO" sz="2000" dirty="0">
                <a:solidFill>
                  <a:schemeClr val="bg1"/>
                </a:solidFill>
              </a:rPr>
              <a:t> SAS</a:t>
            </a:r>
          </a:p>
        </p:txBody>
      </p:sp>
      <p:pic>
        <p:nvPicPr>
          <p:cNvPr id="6" name="Imagen 5">
            <a:extLst>
              <a:ext uri="{FF2B5EF4-FFF2-40B4-BE49-F238E27FC236}">
                <a16:creationId xmlns:a16="http://schemas.microsoft.com/office/drawing/2014/main" id="{4A506FE3-EF75-7A87-F456-86B7BDDDE4CF}"/>
              </a:ext>
            </a:extLst>
          </p:cNvPr>
          <p:cNvPicPr>
            <a:picLocks noChangeAspect="1"/>
          </p:cNvPicPr>
          <p:nvPr/>
        </p:nvPicPr>
        <p:blipFill rotWithShape="1">
          <a:blip r:embed="rId3"/>
          <a:srcRect l="16086"/>
          <a:stretch/>
        </p:blipFill>
        <p:spPr>
          <a:xfrm>
            <a:off x="2606565" y="2842922"/>
            <a:ext cx="5869339" cy="3416320"/>
          </a:xfrm>
          <a:prstGeom prst="rect">
            <a:avLst/>
          </a:prstGeom>
        </p:spPr>
      </p:pic>
    </p:spTree>
    <p:extLst>
      <p:ext uri="{BB962C8B-B14F-4D97-AF65-F5344CB8AC3E}">
        <p14:creationId xmlns:p14="http://schemas.microsoft.com/office/powerpoint/2010/main" val="21794211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logo">
            <a:extLst>
              <a:ext uri="{FF2B5EF4-FFF2-40B4-BE49-F238E27FC236}">
                <a16:creationId xmlns:a16="http://schemas.microsoft.com/office/drawing/2014/main" id="{CB7069CB-A915-E9BA-0362-5B26956151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65519" y="3350269"/>
            <a:ext cx="3426481" cy="3473976"/>
          </a:xfrm>
          <a:prstGeom prst="rect">
            <a:avLst/>
          </a:prstGeom>
        </p:spPr>
      </p:pic>
      <p:sp>
        <p:nvSpPr>
          <p:cNvPr id="17" name="Rectángulo 16">
            <a:extLst>
              <a:ext uri="{FF2B5EF4-FFF2-40B4-BE49-F238E27FC236}">
                <a16:creationId xmlns:a16="http://schemas.microsoft.com/office/drawing/2014/main" id="{A8B8087A-F01D-7BF2-7B9B-803D42A31868}"/>
              </a:ext>
            </a:extLst>
          </p:cNvPr>
          <p:cNvSpPr/>
          <p:nvPr/>
        </p:nvSpPr>
        <p:spPr>
          <a:xfrm>
            <a:off x="0" y="0"/>
            <a:ext cx="12192000" cy="685800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ln>
                <a:solidFill>
                  <a:schemeClr val="accent1"/>
                </a:solidFill>
              </a:ln>
            </a:endParaRPr>
          </a:p>
        </p:txBody>
      </p:sp>
      <p:sp>
        <p:nvSpPr>
          <p:cNvPr id="2" name="CuadroTexto 1">
            <a:extLst>
              <a:ext uri="{FF2B5EF4-FFF2-40B4-BE49-F238E27FC236}">
                <a16:creationId xmlns:a16="http://schemas.microsoft.com/office/drawing/2014/main" id="{4BE15536-8584-618A-A38B-56A2C9028692}"/>
              </a:ext>
            </a:extLst>
          </p:cNvPr>
          <p:cNvSpPr txBox="1"/>
          <p:nvPr/>
        </p:nvSpPr>
        <p:spPr>
          <a:xfrm>
            <a:off x="318426" y="445008"/>
            <a:ext cx="11268635" cy="6494085"/>
          </a:xfrm>
          <a:prstGeom prst="rect">
            <a:avLst/>
          </a:prstGeom>
          <a:noFill/>
        </p:spPr>
        <p:txBody>
          <a:bodyPr wrap="square" rtlCol="0">
            <a:spAutoFit/>
          </a:bodyPr>
          <a:lstStyle/>
          <a:p>
            <a:pPr algn="just"/>
            <a:endParaRPr lang="es-MX" sz="3600" dirty="0">
              <a:solidFill>
                <a:schemeClr val="bg1"/>
              </a:solidFill>
            </a:endParaRPr>
          </a:p>
          <a:p>
            <a:pPr algn="just"/>
            <a:endParaRPr lang="es-MX" sz="3600" dirty="0">
              <a:solidFill>
                <a:schemeClr val="bg1"/>
              </a:solidFill>
            </a:endParaRPr>
          </a:p>
          <a:p>
            <a:pPr algn="just"/>
            <a:r>
              <a:rPr lang="es-MX" sz="3600" dirty="0">
                <a:solidFill>
                  <a:schemeClr val="bg1"/>
                </a:solidFill>
              </a:rPr>
              <a:t>El expediente cambiará su estado a Pausado hasta el día de la fecha seleccionada en el paso anterior. Tenga en cuenta que esta funcionalidad solo pausará el tiempo de validación de los treinta días, que se aplica en las actuaciones,</a:t>
            </a:r>
          </a:p>
          <a:p>
            <a:pPr algn="just"/>
            <a:r>
              <a:rPr lang="es-MX" sz="3600" dirty="0">
                <a:solidFill>
                  <a:schemeClr val="bg1"/>
                </a:solidFill>
              </a:rPr>
              <a:t>a partir de la fecha de activación.</a:t>
            </a:r>
          </a:p>
          <a:p>
            <a:pPr algn="just"/>
            <a:endParaRPr lang="es-MX" sz="3600" dirty="0">
              <a:solidFill>
                <a:schemeClr val="bg1"/>
              </a:solidFill>
            </a:endParaRPr>
          </a:p>
          <a:p>
            <a:pPr algn="just"/>
            <a:endParaRPr lang="es-MX" sz="3600" dirty="0">
              <a:solidFill>
                <a:schemeClr val="bg1"/>
              </a:solidFill>
            </a:endParaRPr>
          </a:p>
          <a:p>
            <a:pPr algn="just"/>
            <a:endParaRPr lang="es-MX" sz="3600" dirty="0">
              <a:solidFill>
                <a:schemeClr val="bg1"/>
              </a:solidFill>
            </a:endParaRPr>
          </a:p>
          <a:p>
            <a:pPr algn="just"/>
            <a:endParaRPr lang="es-MX" sz="3600" dirty="0">
              <a:solidFill>
                <a:schemeClr val="bg1"/>
              </a:solidFill>
            </a:endParaRPr>
          </a:p>
          <a:p>
            <a:pPr algn="just"/>
            <a:r>
              <a:rPr lang="es-MX" sz="2000" dirty="0" err="1">
                <a:solidFill>
                  <a:schemeClr val="bg1"/>
                </a:solidFill>
              </a:rPr>
              <a:t>Amatai</a:t>
            </a:r>
            <a:r>
              <a:rPr lang="es-MX" sz="2000" dirty="0">
                <a:solidFill>
                  <a:schemeClr val="bg1"/>
                </a:solidFill>
              </a:rPr>
              <a:t> SAS</a:t>
            </a:r>
            <a:endParaRPr lang="es-CO" sz="3600" dirty="0">
              <a:solidFill>
                <a:schemeClr val="bg1"/>
              </a:solidFill>
            </a:endParaRPr>
          </a:p>
        </p:txBody>
      </p:sp>
    </p:spTree>
    <p:extLst>
      <p:ext uri="{BB962C8B-B14F-4D97-AF65-F5344CB8AC3E}">
        <p14:creationId xmlns:p14="http://schemas.microsoft.com/office/powerpoint/2010/main" val="2854815078"/>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3029</TotalTime>
  <Words>119</Words>
  <Application>Microsoft Office PowerPoint</Application>
  <PresentationFormat>Panorámica</PresentationFormat>
  <Paragraphs>42</Paragraphs>
  <Slides>4</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4</vt:i4>
      </vt:variant>
    </vt:vector>
  </HeadingPairs>
  <TitlesOfParts>
    <vt:vector size="8" baseType="lpstr">
      <vt:lpstr>Arial</vt:lpstr>
      <vt:lpstr>Calibri</vt:lpstr>
      <vt:lpstr>Calibri Light</vt:lpstr>
      <vt:lpstr>Tema de Office</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Dario Favier Narvaez Calvache</dc:creator>
  <cp:lastModifiedBy>Dario Favier Narvaez Calvache</cp:lastModifiedBy>
  <cp:revision>9</cp:revision>
  <dcterms:created xsi:type="dcterms:W3CDTF">2023-04-24T16:33:20Z</dcterms:created>
  <dcterms:modified xsi:type="dcterms:W3CDTF">2023-11-06T20:29:26Z</dcterms:modified>
</cp:coreProperties>
</file>